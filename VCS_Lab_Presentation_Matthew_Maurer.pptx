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Version Control System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Professional Git Practices for Secure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Matthew Maurer (mimaurer7)</a:t>
            </a:r>
          </a:p>
          <a:p>
            <a:r>
              <a:t>Cybersecurity Course</a:t>
            </a:r>
          </a:p>
          <a:p>
            <a:r>
              <a:t>November 22,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Lab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Objectives</a:t>
            </a:r>
          </a:p>
          <a:p>
            <a:pPr>
              <a:defRPr sz="2000"/>
            </a:pPr>
            <a:r>
              <a:t>Implement Git version control system</a:t>
            </a:r>
          </a:p>
          <a:p>
            <a:pPr>
              <a:defRPr sz="2000"/>
            </a:pPr>
            <a:r>
              <a:t>Demonstrate Feature Branch Workflow</a:t>
            </a:r>
          </a:p>
          <a:p>
            <a:pPr>
              <a:defRPr sz="2000"/>
            </a:pPr>
            <a:r>
              <a:t>Integrate security scanning tools</a:t>
            </a:r>
          </a:p>
          <a:p>
            <a:pPr>
              <a:defRPr sz="2000"/>
            </a:pPr>
            <a:r>
              <a:t>Establish backup and recovery procedures</a:t>
            </a:r>
          </a:p>
          <a:p>
            <a:pPr>
              <a:defRPr sz="2000"/>
            </a:pPr>
            <a:r>
              <a:t>Document practices for team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Setup &amp;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Repository Initialization</a:t>
            </a:r>
          </a:p>
          <a:p>
            <a:pPr>
              <a:defRPr sz="1800"/>
            </a:pPr>
            <a:r>
              <a:t>Initialized Git repository (git init)</a:t>
            </a:r>
          </a:p>
          <a:p>
            <a:pPr>
              <a:defRPr sz="1800"/>
            </a:pPr>
            <a:r>
              <a:t>Configured user credentials</a:t>
            </a:r>
          </a:p>
          <a:p>
            <a:pPr>
              <a:defRPr sz="1800"/>
            </a:pPr>
            <a:r>
              <a:t>Created comprehensive .gitignore file</a:t>
            </a:r>
          </a:p>
          <a:p>
            <a:pPr>
              <a:defRPr sz="1800"/>
            </a:pPr>
            <a:r>
              <a:t>Established project directory structure</a:t>
            </a:r>
          </a:p>
          <a:p>
            <a:pPr>
              <a:defRPr sz="1800"/>
            </a:pPr>
            <a:r>
              <a:t>Made initial commit with all base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8000"/>
                </a:solidFill>
              </a:defRPr>
            </a:pPr>
            <a:r>
              <a:t>✓ Repository: https://github.com/mimaurer7/Version-Control-System-Lab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Feature Branch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Branch Naming Conventions</a:t>
            </a:r>
          </a:p>
          <a:p>
            <a:pPr>
              <a:defRPr sz="1800"/>
            </a:pPr>
            <a:r>
              <a:t>feature/ - New features (feature/add-security-dashboard)</a:t>
            </a:r>
          </a:p>
          <a:p>
            <a:pPr>
              <a:defRPr sz="1800"/>
            </a:pPr>
            <a:r>
              <a:t>bugfix/ - Bug fixes (bugfix/fix-css-styling)</a:t>
            </a:r>
          </a:p>
          <a:p>
            <a:pPr>
              <a:defRPr sz="1800"/>
            </a:pPr>
            <a:r>
              <a:t>hotfix/ - Critical production fixes</a:t>
            </a:r>
          </a:p>
          <a:p>
            <a:pPr>
              <a:defRPr sz="1800"/>
            </a:pPr>
            <a:r>
              <a:t>main - Stable, production-ready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Workflow: Create branch → Make changes → Commit → Merge to 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Secure Coding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Integration</a:t>
            </a:r>
          </a:p>
          <a:p>
            <a:pPr>
              <a:defRPr sz="1800"/>
            </a:pPr>
            <a:r>
              <a:t>Pre-commit hooks for automated security scanning</a:t>
            </a:r>
          </a:p>
          <a:p>
            <a:pPr>
              <a:defRPr sz="1800"/>
            </a:pPr>
            <a:r>
              <a:t>SonarQube - Static code analysis</a:t>
            </a:r>
          </a:p>
          <a:p>
            <a:pPr>
              <a:defRPr sz="1800"/>
            </a:pPr>
            <a:r>
              <a:t>Snyk - Dependency vulnerability scanning</a:t>
            </a:r>
          </a:p>
          <a:p>
            <a:pPr>
              <a:defRPr sz="1800"/>
            </a:pPr>
            <a:r>
              <a:t>OWASP Dependency Check - CVE matching</a:t>
            </a:r>
          </a:p>
          <a:p>
            <a:pPr>
              <a:defRPr sz="1800"/>
            </a:pPr>
            <a:r>
              <a:t>Regular dependency updates (weekly/monthly/immediate)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Backup &amp;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Remote Backup Strategy</a:t>
            </a:r>
          </a:p>
          <a:p>
            <a:pPr>
              <a:defRPr sz="1800"/>
            </a:pPr>
            <a:r>
              <a:t>GitHub remote repository configured</a:t>
            </a:r>
          </a:p>
          <a:p>
            <a:pPr>
              <a:defRPr sz="1800"/>
            </a:pPr>
            <a:r>
              <a:t>Automatic backup on every push</a:t>
            </a:r>
          </a:p>
          <a:p>
            <a:pPr>
              <a:defRPr sz="1800"/>
            </a:pPr>
            <a:r>
              <a:t>Recovery time: 2-5 minutes (full restore)</a:t>
            </a:r>
          </a:p>
          <a:p>
            <a:pPr>
              <a:defRPr sz="1800"/>
            </a:pPr>
            <a:r>
              <a:t>Tested clone and restore procedures</a:t>
            </a:r>
          </a:p>
          <a:p>
            <a:pPr>
              <a:defRPr sz="1800"/>
            </a:pPr>
            <a:r>
              <a:t>Multiple recovery scenarios documented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Training Resources for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Essential Git Commands</a:t>
            </a:r>
          </a:p>
          <a:p>
            <a:pPr>
              <a:defRPr sz="1600"/>
            </a:pPr>
            <a:r>
              <a:t>git checkout -b &lt;branch-name&gt; - Create new branch</a:t>
            </a:r>
          </a:p>
          <a:p>
            <a:pPr>
              <a:defRPr sz="1600"/>
            </a:pPr>
            <a:r>
              <a:t>git add . - Stage all changes</a:t>
            </a:r>
          </a:p>
          <a:p>
            <a:pPr>
              <a:defRPr sz="1600"/>
            </a:pPr>
            <a:r>
              <a:t>git commit -m 'message' - Commit changes</a:t>
            </a:r>
          </a:p>
          <a:p>
            <a:pPr>
              <a:defRPr sz="1600"/>
            </a:pPr>
            <a:r>
              <a:t>git push origin &lt;branch&gt; - Push to remote</a:t>
            </a:r>
          </a:p>
          <a:p>
            <a:pPr>
              <a:defRPr sz="1600"/>
            </a:pPr>
            <a:r>
              <a:t>git merge &lt;branch&gt; - Merge branches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Best Practices &amp;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Guidelines</a:t>
            </a:r>
          </a:p>
          <a:p>
            <a:pPr>
              <a:defRPr sz="1800"/>
            </a:pPr>
            <a:r>
              <a:t>Write clear, descriptive commit messages</a:t>
            </a:r>
          </a:p>
          <a:p>
            <a:pPr>
              <a:defRPr sz="1800"/>
            </a:pPr>
            <a:r>
              <a:t>Create feature branches for all new work</a:t>
            </a:r>
          </a:p>
          <a:p>
            <a:pPr>
              <a:defRPr sz="1800"/>
            </a:pPr>
            <a:r>
              <a:t>Never commit secrets or sensitive data</a:t>
            </a:r>
          </a:p>
          <a:p>
            <a:pPr>
              <a:defRPr sz="1800"/>
            </a:pPr>
            <a:r>
              <a:t>Run security scans before committing</a:t>
            </a:r>
          </a:p>
          <a:p>
            <a:pPr>
              <a:defRPr sz="1800"/>
            </a:pPr>
            <a:r>
              <a:t>Review code before merging to main</a:t>
            </a:r>
          </a:p>
          <a:p>
            <a:pPr>
              <a:defRPr sz="1800"/>
            </a:pPr>
            <a:r>
              <a:t>Push changes daily for backup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 Achievements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Repository initialized and configured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Feature Branch Workflow implemented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Security scanning integrated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Backup and recovery procedures tested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Complete documentation created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Team training resources provided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